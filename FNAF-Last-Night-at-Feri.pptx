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0" d="100"/>
          <a:sy n="40" d="100"/>
        </p:scale>
        <p:origin x="8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D1AD-4B75-6293-8A70-3F66E016D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81AA0E-AE49-8C96-9BF1-B73056AF4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8EA30-4597-F183-7A74-7DC38AF36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840D-72F0-0BBE-0083-B3A4BDF0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7D2C6-299C-7E27-3BF0-D9D53283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52508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F672-E36A-C0E6-816E-DD54EE06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B4228-AD7A-6AC9-27F8-845982BF9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09236-57A4-0F2F-73F7-127EF056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33141-8EDF-10A3-E293-A2FB3C6E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46B7-24F9-485A-B890-73221427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819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6C12-61E2-BC44-36CD-878DF44B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34B65-02D6-F9C8-0C97-F8DDCA32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E198-5C30-462D-A099-49E94792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6E400-D719-4EE7-0299-077F3616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EA60-7F2E-3247-EC34-2AAB3C266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08660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8721-CA9F-4045-490A-0C7945AE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9738-B04F-6AA9-30D1-0BC5B560D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1BB9F-DA95-8790-E0E6-3691FEED3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563F3-474D-3CC8-AED8-B1FB9759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B42C3-DE26-DCA9-02BF-9A13EC26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439A0-1117-CCF2-E37F-216F35BD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2241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709C-D22F-6067-C96D-FE651652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B6860-896B-D117-C8BF-00BA0C7F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86F34-9624-9CEB-9429-733960CF9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B97C2-C476-73E9-A3E0-14E7EE5DD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2A046-E4E5-AEBC-F334-C18FCD4C8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BF8711-E709-BF3C-7A2A-F87FECAA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F94FD-5B0D-6520-F372-C954A66A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9014A-1BA1-42E1-8C1E-8D9864E4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1499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D10E-0975-CF6A-6FD9-7426BCD6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D17A8-7DFE-4262-3A5C-E80F5804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0343D-45E3-D559-8EF1-EE20D5E8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1A296-74DC-4311-1266-AA04B78D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51788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2B7E4-4D9D-EB9F-207C-230F0C9F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1943C-CCD4-F82A-F5E2-2E02BB4E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2E22E-EC96-61F1-32FD-908C5A64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56131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209C-0C36-4D05-F337-B96812A8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0EE2A-BC6B-F507-3552-7CFE90C4B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6BCBC-B06A-99F6-1043-6BA7EB312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D3394-EAE0-61BF-EBA7-0FC8D36F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C28DD-B2EF-C8BA-8678-DE92DC91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7A4FF-D4EB-6D9E-B19F-EA091BD3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35003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E8B0-5B5F-A80D-D128-5A00F6C3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B8B2A-DCBC-63D3-A19A-FBCA597636D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BBFB5-C4D8-1ADD-43A0-2099D763B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D806B-1424-0083-416D-DE18BBA3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0078B-F50C-6C93-FD97-375F1FB7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4E6CD-27F4-CEA8-3EED-E54684E9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13582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5A4A-9C44-7CBB-ED0A-AF4B1F1D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4B061-9A26-1DEC-7E58-7347F8ABB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614C0-C641-96FC-5EA2-BA5EB98D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A254-0C3F-4AD5-A35F-BE929BC3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61954-719D-8F58-288F-089F9B47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12853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861D69-B34F-4DD2-0876-1B80CD9F7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882D4-6A9E-3E53-F2C8-26450AB79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10B40-9937-5FE2-2388-A988D843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8539B-4CD3-208D-2A78-4BDAA2FF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71ECD-4D0C-8543-E9B4-43549C9D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6712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8DCA8-289B-95FA-39BE-EDA55743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E181-E62F-5CB9-7E6D-BFAE73CA1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C5A1F-5569-C8B1-2611-BB168F02D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651D-3736-40B3-8343-58B265387815}" type="datetimeFigureOut">
              <a:rPr lang="en-SI" smtClean="0"/>
              <a:t>25/10/2026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C0DF8-5133-F15F-8404-695478722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BCC31-CE2E-42B9-5DD0-B640EB4D7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696DD-B4DD-42CA-A8E4-5D1F11FCB1FD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11474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2030-94F5-4E9E-0DC1-E34E18FC45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FNAF : Last night at FERI</a:t>
            </a:r>
            <a:endParaRPr lang="en-S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4756D-D945-D98E-7EFB-3F6780AF2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Ekipa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Alex </a:t>
            </a:r>
            <a:r>
              <a:rPr lang="en-US" dirty="0" err="1"/>
              <a:t>Lackovič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Žan</a:t>
            </a:r>
            <a:r>
              <a:rPr lang="en-US" dirty="0"/>
              <a:t> Gomboc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Jure Zrim</a:t>
            </a:r>
          </a:p>
        </p:txBody>
      </p:sp>
    </p:spTree>
    <p:extLst>
      <p:ext uri="{BB962C8B-B14F-4D97-AF65-F5344CB8AC3E}">
        <p14:creationId xmlns:p14="http://schemas.microsoft.com/office/powerpoint/2010/main" val="36462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386D-8929-666C-5D8C-044C31B5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Koncept</a:t>
            </a:r>
            <a:r>
              <a:rPr lang="en-US" dirty="0"/>
              <a:t> in </a:t>
            </a:r>
            <a:r>
              <a:rPr lang="en-US" dirty="0" err="1"/>
              <a:t>interpretacija</a:t>
            </a:r>
            <a:r>
              <a:rPr lang="en-US" dirty="0"/>
              <a:t> </a:t>
            </a:r>
            <a:r>
              <a:rPr lang="en-US" dirty="0" err="1"/>
              <a:t>teme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9A71C-2762-F5B3-922D-8E759793E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Pobeg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srhljivega</a:t>
            </a:r>
            <a:r>
              <a:rPr lang="en-US"/>
              <a:t> FERI-ja</a:t>
            </a:r>
            <a:endParaRPr lang="en-US" dirty="0"/>
          </a:p>
          <a:p>
            <a:r>
              <a:rPr lang="en-US" dirty="0" err="1"/>
              <a:t>Srhljivo</a:t>
            </a:r>
            <a:r>
              <a:rPr lang="en-US" dirty="0"/>
              <a:t> </a:t>
            </a:r>
            <a:r>
              <a:rPr lang="en-US" dirty="0" err="1"/>
              <a:t>okolje</a:t>
            </a:r>
            <a:r>
              <a:rPr lang="en-US" dirty="0"/>
              <a:t> po </a:t>
            </a:r>
            <a:r>
              <a:rPr lang="en-US" dirty="0" err="1"/>
              <a:t>katerem</a:t>
            </a:r>
            <a:r>
              <a:rPr lang="en-US" dirty="0"/>
              <a:t> se </a:t>
            </a:r>
            <a:r>
              <a:rPr lang="en-US" dirty="0" err="1"/>
              <a:t>pomika</a:t>
            </a:r>
            <a:r>
              <a:rPr lang="en-US" dirty="0"/>
              <a:t> </a:t>
            </a:r>
            <a:r>
              <a:rPr lang="en-US" dirty="0" err="1"/>
              <a:t>igralec</a:t>
            </a:r>
            <a:r>
              <a:rPr lang="en-US" dirty="0"/>
              <a:t>.</a:t>
            </a:r>
          </a:p>
          <a:p>
            <a:r>
              <a:rPr lang="en-US" dirty="0" err="1"/>
              <a:t>Uporaba</a:t>
            </a:r>
            <a:r>
              <a:rPr lang="en-US" dirty="0"/>
              <a:t> “</a:t>
            </a:r>
            <a:r>
              <a:rPr lang="en-US" dirty="0" err="1"/>
              <a:t>Bugov</a:t>
            </a:r>
            <a:r>
              <a:rPr lang="en-US" dirty="0"/>
              <a:t>” za </a:t>
            </a:r>
            <a:r>
              <a:rPr lang="en-US" dirty="0" err="1"/>
              <a:t>končanje</a:t>
            </a:r>
            <a:r>
              <a:rPr lang="en-US" dirty="0"/>
              <a:t> </a:t>
            </a:r>
            <a:r>
              <a:rPr lang="en-US" dirty="0" err="1"/>
              <a:t>igre</a:t>
            </a:r>
            <a:endParaRPr lang="en-S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3C688-7849-3D45-CC17-9270E961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5654026" cy="315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9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0641-3224-D91F-3BD5-849F6E8A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mehanike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41C44-16F6-9635-DF4E-9DBC26E96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Glavna</a:t>
            </a:r>
            <a:r>
              <a:rPr lang="en-US" dirty="0"/>
              <a:t> </a:t>
            </a:r>
            <a:r>
              <a:rPr lang="en-US" dirty="0" err="1"/>
              <a:t>funkcionalnost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Vmesnik</a:t>
            </a:r>
            <a:r>
              <a:rPr lang="en-US" dirty="0"/>
              <a:t> za </a:t>
            </a:r>
            <a:r>
              <a:rPr lang="en-US" dirty="0" err="1"/>
              <a:t>uporabljanje</a:t>
            </a:r>
            <a:r>
              <a:rPr lang="en-US" dirty="0"/>
              <a:t> “</a:t>
            </a:r>
            <a:r>
              <a:rPr lang="en-US" dirty="0" err="1"/>
              <a:t>Buggov</a:t>
            </a:r>
            <a:r>
              <a:rPr lang="en-US" dirty="0"/>
              <a:t>”</a:t>
            </a:r>
          </a:p>
          <a:p>
            <a:r>
              <a:rPr lang="en-US" dirty="0" err="1"/>
              <a:t>Pogled</a:t>
            </a:r>
            <a:r>
              <a:rPr lang="en-US" dirty="0"/>
              <a:t> </a:t>
            </a:r>
            <a:r>
              <a:rPr lang="en-US" dirty="0" err="1"/>
              <a:t>igranja</a:t>
            </a:r>
            <a:endParaRPr lang="en-US" dirty="0"/>
          </a:p>
          <a:p>
            <a:pPr lvl="1"/>
            <a:r>
              <a:rPr lang="en-US" dirty="0"/>
              <a:t>First-person </a:t>
            </a:r>
            <a:r>
              <a:rPr lang="en-US" dirty="0" err="1"/>
              <a:t>pogled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igro</a:t>
            </a:r>
            <a:endParaRPr lang="en-US" dirty="0"/>
          </a:p>
        </p:txBody>
      </p:sp>
      <p:pic>
        <p:nvPicPr>
          <p:cNvPr id="5" name="Picture 4" descr="The image depicts a device interface with a black background and a red checkmark indicating that the device is operational or ready.&#10;&#10;AI-generated content may be incorrect.">
            <a:extLst>
              <a:ext uri="{FF2B5EF4-FFF2-40B4-BE49-F238E27FC236}">
                <a16:creationId xmlns:a16="http://schemas.microsoft.com/office/drawing/2014/main" id="{A9CB87F5-CF5B-63C6-A3ED-132919BE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708" y="443316"/>
            <a:ext cx="5548974" cy="2985684"/>
          </a:xfrm>
          <a:prstGeom prst="rect">
            <a:avLst/>
          </a:prstGeom>
        </p:spPr>
      </p:pic>
      <p:pic>
        <p:nvPicPr>
          <p:cNvPr id="7" name="Picture 6" descr="The image depicts a dimly lit, futuristic corridor with a single light source, possibly a flashlight, being toggled on by a hand.&#10;&#10;AI-generated content may be incorrect.">
            <a:extLst>
              <a:ext uri="{FF2B5EF4-FFF2-40B4-BE49-F238E27FC236}">
                <a16:creationId xmlns:a16="http://schemas.microsoft.com/office/drawing/2014/main" id="{7D4F5693-5E49-A1C8-CF83-433EDB85B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708" y="3563937"/>
            <a:ext cx="5207090" cy="309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46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8990-8B64-D70B-EE66-6FEA419D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Prikaz</a:t>
            </a:r>
            <a:r>
              <a:rPr lang="en-US" dirty="0"/>
              <a:t> gameplay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D8E7-757D-034B-BFEB-62565CE1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https://drive.google.com/drive/folders/1UNRf5CnlIT0SPNXWsu_FA8mbes1Ri2e-?usp=sharing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67407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40C0-7298-8912-A5EA-81550709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Zanimivosti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078E8-F8C9-BAF4-74BB-C7296A97F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PS1 </a:t>
            </a:r>
            <a:r>
              <a:rPr lang="en-US" dirty="0" err="1"/>
              <a:t>izgled</a:t>
            </a:r>
            <a:r>
              <a:rPr lang="en-US" dirty="0"/>
              <a:t> </a:t>
            </a:r>
            <a:r>
              <a:rPr lang="en-US" dirty="0" err="1"/>
              <a:t>igre</a:t>
            </a:r>
            <a:endParaRPr lang="en-US" dirty="0"/>
          </a:p>
          <a:p>
            <a:r>
              <a:rPr lang="en-US" dirty="0" err="1"/>
              <a:t>Vizualni</a:t>
            </a:r>
            <a:r>
              <a:rPr lang="en-US" dirty="0"/>
              <a:t> </a:t>
            </a:r>
            <a:r>
              <a:rPr lang="en-US" dirty="0" err="1"/>
              <a:t>izgled</a:t>
            </a:r>
            <a:r>
              <a:rPr lang="en-US" dirty="0"/>
              <a:t> </a:t>
            </a:r>
            <a:r>
              <a:rPr lang="en-US" dirty="0" err="1"/>
              <a:t>igre</a:t>
            </a:r>
            <a:r>
              <a:rPr lang="en-US" dirty="0"/>
              <a:t> in </a:t>
            </a:r>
            <a:r>
              <a:rPr lang="en-US" dirty="0" err="1"/>
              <a:t>emerzija</a:t>
            </a:r>
            <a:endParaRPr lang="en-SI" dirty="0"/>
          </a:p>
        </p:txBody>
      </p:sp>
      <p:pic>
        <p:nvPicPr>
          <p:cNvPr id="7" name="Picture 6" descr="The image depicts a forested pathway with a few orange glowing lights, suggesting the presence of Halloween decorations, and a hint of a person's hand holding an object, possibly a flashlight, indicating it's getting late.&#10;&#10;AI-generated content may be incorrect.">
            <a:extLst>
              <a:ext uri="{FF2B5EF4-FFF2-40B4-BE49-F238E27FC236}">
                <a16:creationId xmlns:a16="http://schemas.microsoft.com/office/drawing/2014/main" id="{B635B90A-F7A4-CEDC-F763-BF6036F1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6020109" cy="33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29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CD154-7C9D-A26E-4990-C1C4A062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Transparentnost</a:t>
            </a:r>
            <a:r>
              <a:rPr lang="en-US" dirty="0"/>
              <a:t> </a:t>
            </a:r>
            <a:r>
              <a:rPr lang="en-US" dirty="0" err="1"/>
              <a:t>uporabe</a:t>
            </a:r>
            <a:r>
              <a:rPr lang="en-US" dirty="0"/>
              <a:t> AI in </a:t>
            </a:r>
            <a:r>
              <a:rPr lang="en-US" dirty="0" err="1"/>
              <a:t>assetov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A6D9F-7503-5239-6FD8-BC8C9FBA0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Preveč</a:t>
            </a:r>
            <a:r>
              <a:rPr lang="en-US" dirty="0"/>
              <a:t> </a:t>
            </a:r>
            <a:r>
              <a:rPr lang="en-US" dirty="0" err="1"/>
              <a:t>ambiciozen</a:t>
            </a:r>
            <a:r>
              <a:rPr lang="en-US" dirty="0"/>
              <a:t> </a:t>
            </a:r>
            <a:r>
              <a:rPr lang="en-US" dirty="0" err="1"/>
              <a:t>načrt</a:t>
            </a:r>
            <a:r>
              <a:rPr lang="en-US" dirty="0"/>
              <a:t> za </a:t>
            </a:r>
            <a:r>
              <a:rPr lang="en-US" dirty="0" err="1"/>
              <a:t>igro</a:t>
            </a:r>
            <a:endParaRPr lang="en-US" dirty="0"/>
          </a:p>
          <a:p>
            <a:r>
              <a:rPr lang="en-US" dirty="0" err="1"/>
              <a:t>Uporaba</a:t>
            </a:r>
            <a:r>
              <a:rPr lang="en-US" dirty="0"/>
              <a:t> za </a:t>
            </a:r>
            <a:r>
              <a:rPr lang="en-US" dirty="0" err="1"/>
              <a:t>pisanje</a:t>
            </a:r>
            <a:r>
              <a:rPr lang="en-US" dirty="0"/>
              <a:t> </a:t>
            </a:r>
            <a:r>
              <a:rPr lang="en-US" dirty="0" err="1"/>
              <a:t>nekaj</a:t>
            </a:r>
            <a:r>
              <a:rPr lang="en-US" dirty="0"/>
              <a:t> </a:t>
            </a:r>
            <a:r>
              <a:rPr lang="en-US" dirty="0" err="1"/>
              <a:t>zahtevnejših</a:t>
            </a:r>
            <a:r>
              <a:rPr lang="en-US" dirty="0"/>
              <a:t> </a:t>
            </a:r>
            <a:r>
              <a:rPr lang="en-US" dirty="0" err="1"/>
              <a:t>skript</a:t>
            </a:r>
            <a:endParaRPr lang="en-US" dirty="0"/>
          </a:p>
          <a:p>
            <a:r>
              <a:rPr lang="en-US" dirty="0" err="1"/>
              <a:t>Glasba</a:t>
            </a:r>
            <a:r>
              <a:rPr lang="en-US" dirty="0"/>
              <a:t> in </a:t>
            </a:r>
            <a:r>
              <a:rPr lang="en-US" dirty="0" err="1"/>
              <a:t>efekti</a:t>
            </a:r>
            <a:r>
              <a:rPr lang="en-US" dirty="0"/>
              <a:t> so </a:t>
            </a:r>
            <a:r>
              <a:rPr lang="en-US" dirty="0" err="1"/>
              <a:t>bili</a:t>
            </a:r>
            <a:r>
              <a:rPr lang="en-US" dirty="0"/>
              <a:t> </a:t>
            </a:r>
            <a:r>
              <a:rPr lang="en-US" dirty="0" err="1"/>
              <a:t>pobrani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Youtube</a:t>
            </a:r>
            <a:endParaRPr lang="en-US" dirty="0"/>
          </a:p>
          <a:p>
            <a:r>
              <a:rPr lang="en-US" dirty="0"/>
              <a:t>Assets, </a:t>
            </a:r>
            <a:r>
              <a:rPr lang="en-US" dirty="0" err="1"/>
              <a:t>nekaj</a:t>
            </a:r>
            <a:r>
              <a:rPr lang="en-US" dirty="0"/>
              <a:t> </a:t>
            </a:r>
            <a:r>
              <a:rPr lang="en-US" dirty="0" err="1"/>
              <a:t>sami</a:t>
            </a:r>
            <a:r>
              <a:rPr lang="en-US" dirty="0"/>
              <a:t>, </a:t>
            </a:r>
            <a:r>
              <a:rPr lang="en-US" dirty="0" err="1"/>
              <a:t>nekaj</a:t>
            </a:r>
            <a:r>
              <a:rPr lang="en-US" dirty="0"/>
              <a:t> AI, </a:t>
            </a:r>
            <a:r>
              <a:rPr lang="en-US" dirty="0" err="1"/>
              <a:t>nekaj</a:t>
            </a:r>
            <a:r>
              <a:rPr lang="en-US" dirty="0"/>
              <a:t> </a:t>
            </a:r>
            <a:r>
              <a:rPr lang="en-US" dirty="0" err="1"/>
              <a:t>brezplačnih</a:t>
            </a:r>
            <a:endParaRPr lang="en-SI" dirty="0"/>
          </a:p>
        </p:txBody>
      </p:sp>
      <p:pic>
        <p:nvPicPr>
          <p:cNvPr id="4" name="Picture 3" descr="Clawd Claude Code Mascot Sticker&quot; Sticker for Sale by valerius-iv | Redbubble">
            <a:extLst>
              <a:ext uri="{FF2B5EF4-FFF2-40B4-BE49-F238E27FC236}">
                <a16:creationId xmlns:a16="http://schemas.microsoft.com/office/drawing/2014/main" id="{65011BDF-1B89-7191-B881-13D3ECC06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668"/>
          <a:stretch>
            <a:fillRect/>
          </a:stretch>
        </p:blipFill>
        <p:spPr>
          <a:xfrm>
            <a:off x="11085095" y="5775719"/>
            <a:ext cx="1106905" cy="108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1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9B154-6ABD-32A4-AC82-4FDB5192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2928"/>
          </a:xfrm>
        </p:spPr>
        <p:txBody>
          <a:bodyPr>
            <a:normAutofit/>
          </a:bodyPr>
          <a:lstStyle/>
          <a:p>
            <a:r>
              <a:rPr lang="en-US" sz="5400" dirty="0"/>
              <a:t>HVALA ZA POZORNOST</a:t>
            </a:r>
            <a:endParaRPr lang="en-SI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83C5-4B18-0F41-3936-46B6947E3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5999"/>
            <a:ext cx="10515600" cy="80963"/>
          </a:xfrm>
        </p:spPr>
        <p:txBody>
          <a:bodyPr>
            <a:normAutofit fontScale="25000" lnSpcReduction="20000"/>
          </a:bodyPr>
          <a:lstStyle/>
          <a:p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212833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FNAF : Last night at FERI</vt:lpstr>
      <vt:lpstr>Koncept in interpretacija teme</vt:lpstr>
      <vt:lpstr>Ključne mehanike</vt:lpstr>
      <vt:lpstr>Prikaz gameplay</vt:lpstr>
      <vt:lpstr>Zanimivosti</vt:lpstr>
      <vt:lpstr>Transparentnost uporabe AI in assetov</vt:lpstr>
      <vt:lpstr>HVALA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Jure Zrim</dc:creator>
  <cp:lastModifiedBy>Jure Zrim</cp:lastModifiedBy>
  <cp:revision>5</cp:revision>
  <dcterms:created xsi:type="dcterms:W3CDTF">2026-10-25T20:28:13Z</dcterms:created>
  <dcterms:modified xsi:type="dcterms:W3CDTF">2026-10-25T21:16:45Z</dcterms:modified>
</cp:coreProperties>
</file>